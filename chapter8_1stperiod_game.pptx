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82" r:id="rId4"/>
    <p:sldId id="283" r:id="rId5"/>
    <p:sldId id="284" r:id="rId6"/>
    <p:sldId id="261" r:id="rId7"/>
    <p:sldId id="327" r:id="rId8"/>
    <p:sldId id="286" r:id="rId9"/>
    <p:sldId id="285" r:id="rId10"/>
    <p:sldId id="328" r:id="rId11"/>
    <p:sldId id="288" r:id="rId12"/>
    <p:sldId id="287" r:id="rId13"/>
    <p:sldId id="329" r:id="rId14"/>
    <p:sldId id="289" r:id="rId15"/>
    <p:sldId id="290" r:id="rId16"/>
    <p:sldId id="330" r:id="rId17"/>
    <p:sldId id="292" r:id="rId18"/>
    <p:sldId id="291" r:id="rId19"/>
    <p:sldId id="331" r:id="rId20"/>
    <p:sldId id="293" r:id="rId21"/>
    <p:sldId id="294" r:id="rId22"/>
    <p:sldId id="332" r:id="rId23"/>
    <p:sldId id="295" r:id="rId24"/>
    <p:sldId id="296" r:id="rId25"/>
    <p:sldId id="333" r:id="rId26"/>
    <p:sldId id="297" r:id="rId27"/>
    <p:sldId id="298" r:id="rId28"/>
    <p:sldId id="334" r:id="rId29"/>
    <p:sldId id="299" r:id="rId30"/>
    <p:sldId id="300" r:id="rId31"/>
    <p:sldId id="336" r:id="rId32"/>
    <p:sldId id="301" r:id="rId33"/>
    <p:sldId id="302" r:id="rId34"/>
    <p:sldId id="337" r:id="rId35"/>
    <p:sldId id="303" r:id="rId36"/>
    <p:sldId id="304" r:id="rId37"/>
    <p:sldId id="338" r:id="rId38"/>
    <p:sldId id="305" r:id="rId39"/>
    <p:sldId id="306" r:id="rId40"/>
    <p:sldId id="339" r:id="rId41"/>
    <p:sldId id="307" r:id="rId42"/>
    <p:sldId id="308" r:id="rId43"/>
    <p:sldId id="340" r:id="rId44"/>
    <p:sldId id="309" r:id="rId45"/>
    <p:sldId id="310" r:id="rId46"/>
    <p:sldId id="341" r:id="rId47"/>
    <p:sldId id="311" r:id="rId48"/>
    <p:sldId id="312" r:id="rId49"/>
    <p:sldId id="342" r:id="rId50"/>
    <p:sldId id="313" r:id="rId51"/>
    <p:sldId id="314" r:id="rId52"/>
    <p:sldId id="343" r:id="rId53"/>
    <p:sldId id="315" r:id="rId54"/>
    <p:sldId id="316" r:id="rId55"/>
    <p:sldId id="344" r:id="rId56"/>
    <p:sldId id="317" r:id="rId57"/>
    <p:sldId id="318" r:id="rId58"/>
    <p:sldId id="345" r:id="rId59"/>
    <p:sldId id="319" r:id="rId60"/>
    <p:sldId id="321" r:id="rId61"/>
    <p:sldId id="346" r:id="rId62"/>
    <p:sldId id="323" r:id="rId63"/>
    <p:sldId id="324" r:id="rId64"/>
    <p:sldId id="347" r:id="rId65"/>
    <p:sldId id="326" r:id="rId66"/>
    <p:sldId id="325" r:id="rId67"/>
    <p:sldId id="348" r:id="rId68"/>
  </p:sldIdLst>
  <p:sldSz cx="24384000" cy="13716000"/>
  <p:notesSz cx="6858000" cy="9144000"/>
  <p:embeddedFontLst>
    <p:embeddedFont>
      <p:font typeface="Hakgyoansim Allimjang TTF B" panose="020B0600000101010101" charset="-127"/>
      <p:bold r:id="rId69"/>
    </p:embeddedFont>
    <p:embeddedFont>
      <p:font typeface="Hakgyoansim Allimjang TTF R" panose="020B0600000101010101" charset="-127"/>
      <p:regular r:id="rId70"/>
    </p:embeddedFont>
    <p:embeddedFont>
      <p:font typeface="SB AggroOTF Bold" panose="020B0600000101010101" charset="-127"/>
      <p:regular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7EC"/>
    <a:srgbClr val="F7F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156" y="1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jp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jp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jp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220000">
            <a:off x="18465800" y="9804400"/>
            <a:ext cx="7670800" cy="7670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">
            <a:off x="-3086100" y="7734300"/>
            <a:ext cx="7670800" cy="767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-2220000">
            <a:off x="19215100" y="-1676400"/>
            <a:ext cx="7670800" cy="7670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2220000">
            <a:off x="-3086100" y="-901700"/>
            <a:ext cx="7670800" cy="767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0800" y="1282700"/>
            <a:ext cx="19202400" cy="11150600"/>
          </a:xfrm>
          <a:prstGeom prst="rect">
            <a:avLst/>
          </a:prstGeom>
          <a:effectLst>
            <a:outerShdw dist="257322" dir="5400000">
              <a:srgbClr val="272727">
                <a:alpha val="15000"/>
              </a:srgbClr>
            </a:outerShdw>
          </a:effectLst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37300" y="7277100"/>
            <a:ext cx="4953000" cy="7721600"/>
          </a:xfrm>
          <a:prstGeom prst="rect">
            <a:avLst/>
          </a:prstGeom>
          <a:effectLst>
            <a:outerShdw dist="152400" dir="2700000">
              <a:srgbClr val="272727">
                <a:alpha val="15000"/>
              </a:srgbClr>
            </a:outerShdw>
          </a:effectLst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596900" y="6616700"/>
            <a:ext cx="6311900" cy="8382000"/>
          </a:xfrm>
          <a:prstGeom prst="rect">
            <a:avLst/>
          </a:prstGeom>
          <a:effectLst>
            <a:outerShdw dist="194212" dir="2700000">
              <a:srgbClr val="272727">
                <a:alpha val="15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3300" y="4673600"/>
            <a:ext cx="3162300" cy="130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352000" y="7531100"/>
            <a:ext cx="2260600" cy="146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891500" y="4495800"/>
            <a:ext cx="1574800" cy="1536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1399500" y="4991100"/>
            <a:ext cx="558800" cy="558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18000" y="11290300"/>
            <a:ext cx="1574800" cy="15367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26000" y="11772900"/>
            <a:ext cx="558800" cy="5588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353800" y="228600"/>
            <a:ext cx="1689100" cy="1689100"/>
          </a:xfrm>
          <a:prstGeom prst="rect">
            <a:avLst/>
          </a:prstGeom>
          <a:effectLst>
            <a:outerShdw dist="116938" dir="21240000">
              <a:srgbClr val="272727">
                <a:alpha val="15000"/>
              </a:srgbClr>
            </a:outerShdw>
          </a:effectLst>
        </p:spPr>
      </p:pic>
      <p:sp>
        <p:nvSpPr>
          <p:cNvPr id="17" name="TextBox 17"/>
          <p:cNvSpPr txBox="1"/>
          <p:nvPr/>
        </p:nvSpPr>
        <p:spPr>
          <a:xfrm>
            <a:off x="5384800" y="4724400"/>
            <a:ext cx="13677900" cy="3581400"/>
          </a:xfrm>
          <a:prstGeom prst="rect">
            <a:avLst/>
          </a:prstGeom>
        </p:spPr>
        <p:txBody>
          <a:bodyPr lIns="0" tIns="381000" rIns="0" bIns="0" rtlCol="0" anchor="t"/>
          <a:lstStyle/>
          <a:p>
            <a:pPr lvl="0" algn="ctr">
              <a:lnSpc>
                <a:spcPct val="91299"/>
              </a:lnSpc>
            </a:pPr>
            <a:r>
              <a:rPr lang="en-US" sz="11600" b="0" i="0" u="none" strike="noStrike" spc="-8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Who is missing?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72600" y="3454400"/>
            <a:ext cx="5651500" cy="12573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5800" y="8001000"/>
            <a:ext cx="12865100" cy="6350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9804400" y="3746500"/>
            <a:ext cx="4775200" cy="673100"/>
          </a:xfrm>
          <a:prstGeom prst="rect">
            <a:avLst/>
          </a:prstGeom>
        </p:spPr>
        <p:txBody>
          <a:bodyPr lIns="0" tIns="45720" rIns="0" bIns="45720" rtlCol="0" anchor="ctr"/>
          <a:lstStyle/>
          <a:p>
            <a:pPr lvl="0" algn="ctr">
              <a:lnSpc>
                <a:spcPct val="99600"/>
              </a:lnSpc>
            </a:pPr>
            <a:r>
              <a:rPr lang="en-US" sz="3600" dirty="0">
                <a:solidFill>
                  <a:srgbClr val="272727"/>
                </a:solidFill>
                <a:latin typeface="Hakgyoansim Allimjang TTF R"/>
                <a:ea typeface="Hakgyoansim Allimjang TTF R"/>
                <a:cs typeface="Hakgyoansim Allimjang TTF R"/>
              </a:rPr>
              <a:t>5</a:t>
            </a:r>
            <a:r>
              <a:rPr lang="ko-KR" altLang="en-US" sz="3600" dirty="0">
                <a:solidFill>
                  <a:srgbClr val="272727"/>
                </a:solidFill>
                <a:latin typeface="Hakgyoansim Allimjang TTF R"/>
                <a:ea typeface="Hakgyoansim Allimjang TTF R"/>
                <a:cs typeface="Hakgyoansim Allimjang TTF R"/>
              </a:rPr>
              <a:t>학년 </a:t>
            </a:r>
            <a:r>
              <a:rPr lang="en-US" sz="3600" b="0" i="0" u="none" strike="noStrike" dirty="0" err="1">
                <a:solidFill>
                  <a:srgbClr val="272727"/>
                </a:solidFill>
                <a:latin typeface="Hakgyoansim Allimjang TTF R"/>
                <a:ea typeface="Hakgyoansim Allimjang TTF R"/>
                <a:cs typeface="Hakgyoansim Allimjang TTF R"/>
              </a:rPr>
              <a:t>영어</a:t>
            </a:r>
            <a:r>
              <a:rPr lang="en-US" sz="3600" b="0" i="0" u="none" strike="noStrike" dirty="0">
                <a:solidFill>
                  <a:srgbClr val="272727"/>
                </a:solidFill>
                <a:latin typeface="Hakgyoansim Allimjang TTF R"/>
                <a:ea typeface="Hakgyoansim Allimjang TTF R"/>
                <a:cs typeface="Hakgyoansim Allimjang TTF R"/>
              </a:rPr>
              <a:t> </a:t>
            </a:r>
            <a:r>
              <a:rPr lang="en-US" sz="3600" b="0" i="0" u="none" strike="noStrike" dirty="0" err="1">
                <a:solidFill>
                  <a:srgbClr val="272727"/>
                </a:solidFill>
                <a:latin typeface="Hakgyoansim Allimjang TTF R"/>
                <a:ea typeface="Hakgyoansim Allimjang TTF R"/>
                <a:cs typeface="Hakgyoansim Allimjang TTF R"/>
              </a:rPr>
              <a:t>수업</a:t>
            </a:r>
            <a:endParaRPr lang="en-US" sz="3600" b="0" i="0" u="none" strike="noStrike" dirty="0">
              <a:solidFill>
                <a:srgbClr val="272727"/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5664200" y="9017000"/>
            <a:ext cx="13042900" cy="889000"/>
          </a:xfrm>
          <a:prstGeom prst="rect">
            <a:avLst/>
          </a:prstGeom>
        </p:spPr>
        <p:txBody>
          <a:bodyPr lIns="0" tIns="60960" rIns="0" bIns="0" rtlCol="0" anchor="t"/>
          <a:lstStyle/>
          <a:p>
            <a:pPr lvl="0" algn="ctr">
              <a:lnSpc>
                <a:spcPct val="99600"/>
              </a:lnSpc>
            </a:pPr>
            <a:endParaRPr lang="en-US" sz="4800" b="0" i="0" u="none" strike="noStrike" dirty="0">
              <a:solidFill>
                <a:srgbClr val="272727"/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3822700"/>
            <a:ext cx="18249900" cy="137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3600" y="3822700"/>
            <a:ext cx="2832100" cy="1371600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2654300" y="427990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1</a:t>
            </a: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5118100"/>
            <a:ext cx="18249900" cy="13716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5118100"/>
            <a:ext cx="2832100" cy="13716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6400800"/>
            <a:ext cx="18249900" cy="13716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33600" y="6400800"/>
            <a:ext cx="2832100" cy="13716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0" y="7696200"/>
            <a:ext cx="18249900" cy="13716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33600" y="7696200"/>
            <a:ext cx="2832100" cy="1371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0" y="8991600"/>
            <a:ext cx="18249900" cy="1371600"/>
          </a:xfrm>
          <a:prstGeom prst="rect">
            <a:avLst/>
          </a:prstGeom>
        </p:spPr>
      </p:pic>
      <p:pic>
        <p:nvPicPr>
          <p:cNvPr id="27" name="Picture 2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33600" y="8991600"/>
            <a:ext cx="2832100" cy="1371600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00500" y="10287000"/>
            <a:ext cx="18249900" cy="1371600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3600" y="10287000"/>
            <a:ext cx="2832100" cy="1371600"/>
          </a:xfrm>
          <a:prstGeom prst="rect">
            <a:avLst/>
          </a:prstGeom>
        </p:spPr>
      </p:pic>
      <p:pic>
        <p:nvPicPr>
          <p:cNvPr id="33" name="Picture 3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-720000">
            <a:off x="1879600" y="406400"/>
            <a:ext cx="1689100" cy="1689100"/>
          </a:xfrm>
          <a:prstGeom prst="rect">
            <a:avLst/>
          </a:prstGeom>
          <a:effectLst>
            <a:outerShdw dist="116938" dir="360000">
              <a:srgbClr val="272727">
                <a:alpha val="15000"/>
              </a:srgbClr>
            </a:outerShdw>
          </a:effectLst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00000">
            <a:off x="21920200" y="7899400"/>
            <a:ext cx="1689100" cy="1689100"/>
          </a:xfrm>
          <a:prstGeom prst="rect">
            <a:avLst/>
          </a:prstGeom>
          <a:effectLst>
            <a:outerShdw dist="116938" dir="19140000">
              <a:srgbClr val="272727">
                <a:alpha val="15000"/>
              </a:srgbClr>
            </a:outerShdw>
          </a:effectLst>
        </p:spPr>
      </p:pic>
      <p:pic>
        <p:nvPicPr>
          <p:cNvPr id="35" name="Picture 35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-1200000">
            <a:off x="215900" y="11379200"/>
            <a:ext cx="1689100" cy="1689100"/>
          </a:xfrm>
          <a:prstGeom prst="rect">
            <a:avLst/>
          </a:prstGeom>
          <a:effectLst>
            <a:outerShdw dist="116938" dir="840000">
              <a:srgbClr val="272727">
                <a:alpha val="15000"/>
              </a:srgbClr>
            </a:outerShdw>
          </a:effectLst>
        </p:spPr>
      </p:pic>
      <p:sp>
        <p:nvSpPr>
          <p:cNvPr id="40" name="TextBox 40"/>
          <p:cNvSpPr txBox="1"/>
          <p:nvPr/>
        </p:nvSpPr>
        <p:spPr>
          <a:xfrm>
            <a:off x="5257800" y="4214921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조원들과 함께 제한시간 내에 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8</a:t>
            </a: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명의 인상착의를 살펴봅시다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. </a:t>
            </a: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 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pic>
        <p:nvPicPr>
          <p:cNvPr id="46" name="Picture 13">
            <a:extLst>
              <a:ext uri="{FF2B5EF4-FFF2-40B4-BE49-F238E27FC236}">
                <a16:creationId xmlns:a16="http://schemas.microsoft.com/office/drawing/2014/main" id="{3E9BE55D-64E7-8EEC-D2A7-8106B4755F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35950" y="1701800"/>
            <a:ext cx="7924800" cy="1435100"/>
          </a:xfrm>
          <a:prstGeom prst="rect">
            <a:avLst/>
          </a:prstGeom>
        </p:spPr>
      </p:pic>
      <p:sp>
        <p:nvSpPr>
          <p:cNvPr id="47" name="TextBox 8">
            <a:extLst>
              <a:ext uri="{FF2B5EF4-FFF2-40B4-BE49-F238E27FC236}">
                <a16:creationId xmlns:a16="http://schemas.microsoft.com/office/drawing/2014/main" id="{1378B09C-EC5A-9FCF-6B0A-89472B05D3F6}"/>
              </a:ext>
            </a:extLst>
          </p:cNvPr>
          <p:cNvSpPr txBox="1"/>
          <p:nvPr/>
        </p:nvSpPr>
        <p:spPr>
          <a:xfrm>
            <a:off x="9217025" y="2184400"/>
            <a:ext cx="5962650" cy="558800"/>
          </a:xfrm>
          <a:prstGeom prst="rect">
            <a:avLst/>
          </a:prstGeom>
        </p:spPr>
        <p:txBody>
          <a:bodyPr lIns="0" tIns="37611" rIns="0" bIns="37611" rtlCol="0" anchor="ctr"/>
          <a:lstStyle/>
          <a:p>
            <a:pPr lvl="0" algn="ctr">
              <a:lnSpc>
                <a:spcPct val="99600"/>
              </a:lnSpc>
            </a:pPr>
            <a:r>
              <a:rPr lang="en-US" sz="88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RULES</a:t>
            </a:r>
          </a:p>
        </p:txBody>
      </p:sp>
      <p:sp>
        <p:nvSpPr>
          <p:cNvPr id="48" name="TextBox 12">
            <a:extLst>
              <a:ext uri="{FF2B5EF4-FFF2-40B4-BE49-F238E27FC236}">
                <a16:creationId xmlns:a16="http://schemas.microsoft.com/office/drawing/2014/main" id="{03C513EE-9000-8A7D-CCA0-73854A19A744}"/>
              </a:ext>
            </a:extLst>
          </p:cNvPr>
          <p:cNvSpPr txBox="1"/>
          <p:nvPr/>
        </p:nvSpPr>
        <p:spPr>
          <a:xfrm>
            <a:off x="2654300" y="557530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2</a:t>
            </a:r>
          </a:p>
        </p:txBody>
      </p:sp>
      <p:sp>
        <p:nvSpPr>
          <p:cNvPr id="49" name="TextBox 12">
            <a:extLst>
              <a:ext uri="{FF2B5EF4-FFF2-40B4-BE49-F238E27FC236}">
                <a16:creationId xmlns:a16="http://schemas.microsoft.com/office/drawing/2014/main" id="{541F462E-8C81-04E0-B1A7-1C75BC246BF4}"/>
              </a:ext>
            </a:extLst>
          </p:cNvPr>
          <p:cNvSpPr txBox="1"/>
          <p:nvPr/>
        </p:nvSpPr>
        <p:spPr>
          <a:xfrm>
            <a:off x="2628900" y="683895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3</a:t>
            </a:r>
          </a:p>
        </p:txBody>
      </p:sp>
      <p:sp>
        <p:nvSpPr>
          <p:cNvPr id="50" name="TextBox 12">
            <a:extLst>
              <a:ext uri="{FF2B5EF4-FFF2-40B4-BE49-F238E27FC236}">
                <a16:creationId xmlns:a16="http://schemas.microsoft.com/office/drawing/2014/main" id="{7D530523-B8B0-CA08-C650-F1796E6B2925}"/>
              </a:ext>
            </a:extLst>
          </p:cNvPr>
          <p:cNvSpPr txBox="1"/>
          <p:nvPr/>
        </p:nvSpPr>
        <p:spPr>
          <a:xfrm>
            <a:off x="2609850" y="812800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4</a:t>
            </a:r>
          </a:p>
        </p:txBody>
      </p:sp>
      <p:sp>
        <p:nvSpPr>
          <p:cNvPr id="51" name="TextBox 12">
            <a:extLst>
              <a:ext uri="{FF2B5EF4-FFF2-40B4-BE49-F238E27FC236}">
                <a16:creationId xmlns:a16="http://schemas.microsoft.com/office/drawing/2014/main" id="{2976211F-2837-504A-8127-A8D2BA199E56}"/>
              </a:ext>
            </a:extLst>
          </p:cNvPr>
          <p:cNvSpPr txBox="1"/>
          <p:nvPr/>
        </p:nvSpPr>
        <p:spPr>
          <a:xfrm>
            <a:off x="2647950" y="946150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5</a:t>
            </a:r>
          </a:p>
        </p:txBody>
      </p:sp>
      <p:sp>
        <p:nvSpPr>
          <p:cNvPr id="52" name="TextBox 40">
            <a:extLst>
              <a:ext uri="{FF2B5EF4-FFF2-40B4-BE49-F238E27FC236}">
                <a16:creationId xmlns:a16="http://schemas.microsoft.com/office/drawing/2014/main" id="{10262AC2-95A8-BE39-000E-AE1A26EAD5C5}"/>
              </a:ext>
            </a:extLst>
          </p:cNvPr>
          <p:cNvSpPr txBox="1"/>
          <p:nvPr/>
        </p:nvSpPr>
        <p:spPr>
          <a:xfrm>
            <a:off x="5257800" y="5530850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제한시간이 지나면 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8</a:t>
            </a: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명 중 사라진 한 명의 인상착의와 외모에 대해 토의합니다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.</a:t>
            </a: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 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sp>
        <p:nvSpPr>
          <p:cNvPr id="53" name="TextBox 40">
            <a:extLst>
              <a:ext uri="{FF2B5EF4-FFF2-40B4-BE49-F238E27FC236}">
                <a16:creationId xmlns:a16="http://schemas.microsoft.com/office/drawing/2014/main" id="{C2D13F2E-81E3-9E64-4C7A-C9779F8E9CAC}"/>
              </a:ext>
            </a:extLst>
          </p:cNvPr>
          <p:cNvSpPr txBox="1"/>
          <p:nvPr/>
        </p:nvSpPr>
        <p:spPr>
          <a:xfrm>
            <a:off x="5257800" y="6748437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dirty="0" err="1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조원들과의</a:t>
            </a: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 토의가 끝나면 사라진 한 명의 인상착의에 대해 설명합니다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.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sp>
        <p:nvSpPr>
          <p:cNvPr id="54" name="TextBox 40">
            <a:extLst>
              <a:ext uri="{FF2B5EF4-FFF2-40B4-BE49-F238E27FC236}">
                <a16:creationId xmlns:a16="http://schemas.microsoft.com/office/drawing/2014/main" id="{0BB05DA4-A80E-E949-AC9A-4F342A7C2347}"/>
              </a:ext>
            </a:extLst>
          </p:cNvPr>
          <p:cNvSpPr txBox="1"/>
          <p:nvPr/>
        </p:nvSpPr>
        <p:spPr>
          <a:xfrm>
            <a:off x="5257800" y="8042275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최대한 많은 특징을 이야기할수록 조원들과 함께 얻는 점수가 늘어납니다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!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sp>
        <p:nvSpPr>
          <p:cNvPr id="55" name="TextBox 40">
            <a:extLst>
              <a:ext uri="{FF2B5EF4-FFF2-40B4-BE49-F238E27FC236}">
                <a16:creationId xmlns:a16="http://schemas.microsoft.com/office/drawing/2014/main" id="{85D40E3E-464A-FE6F-2418-B44B70A0519C}"/>
              </a:ext>
            </a:extLst>
          </p:cNvPr>
          <p:cNvSpPr txBox="1"/>
          <p:nvPr/>
        </p:nvSpPr>
        <p:spPr>
          <a:xfrm>
            <a:off x="5264150" y="9337675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위와 같은 라운드를 여러 번 진행합니다</a:t>
            </a:r>
            <a:r>
              <a:rPr lang="en-US" altLang="ko-KR" sz="4000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.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  <p:sp>
        <p:nvSpPr>
          <p:cNvPr id="56" name="TextBox 12">
            <a:extLst>
              <a:ext uri="{FF2B5EF4-FFF2-40B4-BE49-F238E27FC236}">
                <a16:creationId xmlns:a16="http://schemas.microsoft.com/office/drawing/2014/main" id="{3EB5B5FD-3BE8-9491-4D61-901D806E8E2E}"/>
              </a:ext>
            </a:extLst>
          </p:cNvPr>
          <p:cNvSpPr txBox="1"/>
          <p:nvPr/>
        </p:nvSpPr>
        <p:spPr>
          <a:xfrm>
            <a:off x="2647950" y="10737850"/>
            <a:ext cx="1790700" cy="558800"/>
          </a:xfrm>
          <a:prstGeom prst="rect">
            <a:avLst/>
          </a:prstGeom>
        </p:spPr>
        <p:txBody>
          <a:bodyPr lIns="0" tIns="37612" rIns="0" bIns="37612" rtlCol="0" anchor="ctr"/>
          <a:lstStyle/>
          <a:p>
            <a:pPr lvl="0" algn="ctr">
              <a:lnSpc>
                <a:spcPct val="99600"/>
              </a:lnSpc>
            </a:pPr>
            <a:r>
              <a:rPr lang="en-US" sz="7200" b="0" i="0" u="none" strike="noStrike" dirty="0">
                <a:solidFill>
                  <a:srgbClr val="272727"/>
                </a:solidFill>
                <a:latin typeface="Hakgyoansim Allimjang TTF B"/>
                <a:ea typeface="Hakgyoansim Allimjang TTF B"/>
                <a:cs typeface="Hakgyoansim Allimjang TTF B"/>
              </a:rPr>
              <a:t>6</a:t>
            </a:r>
          </a:p>
        </p:txBody>
      </p:sp>
      <p:sp>
        <p:nvSpPr>
          <p:cNvPr id="57" name="TextBox 40">
            <a:extLst>
              <a:ext uri="{FF2B5EF4-FFF2-40B4-BE49-F238E27FC236}">
                <a16:creationId xmlns:a16="http://schemas.microsoft.com/office/drawing/2014/main" id="{EA6769F4-B802-8C93-846D-6E93EEF1C508}"/>
              </a:ext>
            </a:extLst>
          </p:cNvPr>
          <p:cNvSpPr txBox="1"/>
          <p:nvPr/>
        </p:nvSpPr>
        <p:spPr>
          <a:xfrm>
            <a:off x="5257800" y="10671175"/>
            <a:ext cx="16471900" cy="679450"/>
          </a:xfrm>
          <a:prstGeom prst="rect">
            <a:avLst/>
          </a:prstGeom>
        </p:spPr>
        <p:txBody>
          <a:bodyPr lIns="0" tIns="30480" rIns="0" bIns="30480" rtlCol="0" anchor="ctr"/>
          <a:lstStyle/>
          <a:p>
            <a:pPr lvl="0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다수의 라운드를 진행한 후 최종 점수를 가장 많이 획득한 팀이 승리합니다</a:t>
            </a:r>
            <a:r>
              <a:rPr lang="en-US" altLang="ko-KR" sz="4000" b="0" i="0" u="none" strike="noStrike" dirty="0">
                <a:solidFill>
                  <a:srgbClr val="272727">
                    <a:alpha val="60000"/>
                  </a:srgbClr>
                </a:solidFill>
                <a:latin typeface="Hakgyoansim Allimjang TTF R"/>
                <a:ea typeface="Hakgyoansim Allimjang TTF R"/>
                <a:cs typeface="Hakgyoansim Allimjang TTF R"/>
              </a:rPr>
              <a:t>!</a:t>
            </a:r>
            <a:endParaRPr lang="en-US" sz="4000" b="0" i="0" u="none" strike="noStrike" dirty="0">
              <a:solidFill>
                <a:srgbClr val="272727">
                  <a:alpha val="60000"/>
                </a:srgbClr>
              </a:solidFill>
              <a:latin typeface="Hakgyoansim Allimjang TTF R"/>
              <a:ea typeface="Hakgyoansim Allimjang TTF R"/>
              <a:cs typeface="Hakgyoansim Allimjang TTF 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" y="75565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-6407150" y="811882"/>
            <a:ext cx="204470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PRACTICE</a:t>
            </a:r>
          </a:p>
        </p:txBody>
      </p:sp>
      <p:pic>
        <p:nvPicPr>
          <p:cNvPr id="6" name="그림 5" descr="의류, 텍스트, 사람, 소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09BB52-F2CA-76CB-34D3-9B25C1454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057400"/>
            <a:ext cx="20269200" cy="10354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512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50" y="75565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sp>
        <p:nvSpPr>
          <p:cNvPr id="7" name="TextBox 7"/>
          <p:cNvSpPr txBox="1"/>
          <p:nvPr/>
        </p:nvSpPr>
        <p:spPr>
          <a:xfrm>
            <a:off x="-6407150" y="811882"/>
            <a:ext cx="204470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PRACTICE</a:t>
            </a:r>
          </a:p>
        </p:txBody>
      </p:sp>
      <p:pic>
        <p:nvPicPr>
          <p:cNvPr id="6" name="그림 5" descr="의류, 텍스트, 사람, 소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309BB52-F2CA-76CB-34D3-9B25C1454F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2057400"/>
            <a:ext cx="20269200" cy="10354027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603CA036-9F38-0300-ED48-E0B9DBC6EC31}"/>
              </a:ext>
            </a:extLst>
          </p:cNvPr>
          <p:cNvSpPr/>
          <p:nvPr/>
        </p:nvSpPr>
        <p:spPr>
          <a:xfrm>
            <a:off x="12496800" y="5334000"/>
            <a:ext cx="2057400" cy="6324600"/>
          </a:xfrm>
          <a:prstGeom prst="rect">
            <a:avLst/>
          </a:prstGeom>
          <a:solidFill>
            <a:srgbClr val="F7F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1430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</a:t>
            </a:r>
          </a:p>
        </p:txBody>
      </p:sp>
    </p:spTree>
    <p:extLst>
      <p:ext uri="{BB962C8B-B14F-4D97-AF65-F5344CB8AC3E}">
        <p14:creationId xmlns:p14="http://schemas.microsoft.com/office/powerpoint/2010/main" val="3928399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3745E951-FE2A-6AA9-E44E-01806800B0DC}"/>
              </a:ext>
            </a:extLst>
          </p:cNvPr>
          <p:cNvSpPr/>
          <p:nvPr/>
        </p:nvSpPr>
        <p:spPr>
          <a:xfrm>
            <a:off x="9677400" y="4724400"/>
            <a:ext cx="2133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38FBA-0012-33A5-5F08-DA7B5773E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05F701-974F-19A2-6A1D-41D829D50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FD3B702-0204-7F20-56EF-2E28EDBBB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FF1557-F671-CF15-A83D-4DCBB651A2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DD4EA2E-0A15-846C-8144-09FBB992A298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</a:t>
            </a: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57A31FAC-3D88-E618-453F-C5D0EC5AD269}"/>
              </a:ext>
            </a:extLst>
          </p:cNvPr>
          <p:cNvSpPr/>
          <p:nvPr/>
        </p:nvSpPr>
        <p:spPr>
          <a:xfrm>
            <a:off x="9144000" y="42672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200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</a:t>
            </a:r>
          </a:p>
        </p:txBody>
      </p:sp>
    </p:spTree>
    <p:extLst>
      <p:ext uri="{BB962C8B-B14F-4D97-AF65-F5344CB8AC3E}">
        <p14:creationId xmlns:p14="http://schemas.microsoft.com/office/powerpoint/2010/main" val="927314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C9F9BDE-10CA-5A6F-46AD-0936AD24085D}"/>
              </a:ext>
            </a:extLst>
          </p:cNvPr>
          <p:cNvSpPr/>
          <p:nvPr/>
        </p:nvSpPr>
        <p:spPr>
          <a:xfrm>
            <a:off x="1524000" y="4724400"/>
            <a:ext cx="22860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0780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75E90-3398-6FB8-BD63-C57D0EA32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BB60AD2-880B-E3A2-8099-DA4E67D7F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2EFBF4D-CF8C-0EFF-0DC7-F197DAB49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636D544-B456-B9EF-DDEB-5C88E4F60B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DAAE191-782C-722E-73A8-57A91A28C6D4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AA8C761-6792-713C-4CD1-DE2814215580}"/>
              </a:ext>
            </a:extLst>
          </p:cNvPr>
          <p:cNvSpPr/>
          <p:nvPr/>
        </p:nvSpPr>
        <p:spPr>
          <a:xfrm>
            <a:off x="9906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34989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E643BF5-ABE8-98AE-54D4-7C9D45A5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3</a:t>
            </a:r>
          </a:p>
        </p:txBody>
      </p:sp>
    </p:spTree>
    <p:extLst>
      <p:ext uri="{BB962C8B-B14F-4D97-AF65-F5344CB8AC3E}">
        <p14:creationId xmlns:p14="http://schemas.microsoft.com/office/powerpoint/2010/main" val="2329745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E643BF5-ABE8-98AE-54D4-7C9D45A5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C599EF9-7144-816E-CE33-C89D71FC0C5D}"/>
              </a:ext>
            </a:extLst>
          </p:cNvPr>
          <p:cNvSpPr/>
          <p:nvPr/>
        </p:nvSpPr>
        <p:spPr>
          <a:xfrm>
            <a:off x="17983200" y="4724400"/>
            <a:ext cx="23622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79934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7F3E8-FFAB-8D9F-B4EE-8FD9AC2FF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3761DE0-9BA2-15E1-7890-3E05553E67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9006FF7-EA7B-CB4C-CD6B-026D52ADE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15CE056-D71A-561C-B3AD-7F65EF6714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D9729908-3C46-AC1E-4871-E25D31378A68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3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E85CA791-EEAE-5CDC-1C69-52F413C7488C}"/>
              </a:ext>
            </a:extLst>
          </p:cNvPr>
          <p:cNvSpPr/>
          <p:nvPr/>
        </p:nvSpPr>
        <p:spPr>
          <a:xfrm>
            <a:off x="175260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096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4</a:t>
            </a:r>
          </a:p>
        </p:txBody>
      </p:sp>
    </p:spTree>
    <p:extLst>
      <p:ext uri="{BB962C8B-B14F-4D97-AF65-F5344CB8AC3E}">
        <p14:creationId xmlns:p14="http://schemas.microsoft.com/office/powerpoint/2010/main" val="1611326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7124700" y="4800600"/>
            <a:ext cx="2133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369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76186-D0BC-A615-DA83-65AA39BE2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D6DCA68-5E9E-786B-AAE6-9AE47F6C0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5971132-78C0-906C-240F-01A1B8520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42E3BB5-743F-6CD0-2902-EAE512D193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3CF0C14C-935D-91D1-FC17-37E253094E1A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4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684A69B-6E87-36C1-F97C-F318A3C1EC30}"/>
              </a:ext>
            </a:extLst>
          </p:cNvPr>
          <p:cNvSpPr/>
          <p:nvPr/>
        </p:nvSpPr>
        <p:spPr>
          <a:xfrm>
            <a:off x="65532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22444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5</a:t>
            </a:r>
          </a:p>
        </p:txBody>
      </p:sp>
    </p:spTree>
    <p:extLst>
      <p:ext uri="{BB962C8B-B14F-4D97-AF65-F5344CB8AC3E}">
        <p14:creationId xmlns:p14="http://schemas.microsoft.com/office/powerpoint/2010/main" val="5167911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5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2E7E10B-6A89-B101-5CF8-FBF6C565B07E}"/>
              </a:ext>
            </a:extLst>
          </p:cNvPr>
          <p:cNvSpPr/>
          <p:nvPr/>
        </p:nvSpPr>
        <p:spPr>
          <a:xfrm>
            <a:off x="15201900" y="4724400"/>
            <a:ext cx="2133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73756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D88B5-8FA5-6F0D-68B7-F47A5F6F4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A6D27D4-CBFC-142D-68B0-DD93304EE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895D054D-8E7C-EDD9-12B5-7FF67C37D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CC8AEEB-EA26-A47F-77B9-4CB14B88F6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456A249-6407-F800-83A1-5B334F027A18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5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8F65EC93-15EF-71A2-ADAC-1F0BF8060DB2}"/>
              </a:ext>
            </a:extLst>
          </p:cNvPr>
          <p:cNvSpPr/>
          <p:nvPr/>
        </p:nvSpPr>
        <p:spPr>
          <a:xfrm>
            <a:off x="146304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23553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6</a:t>
            </a:r>
          </a:p>
        </p:txBody>
      </p:sp>
    </p:spTree>
    <p:extLst>
      <p:ext uri="{BB962C8B-B14F-4D97-AF65-F5344CB8AC3E}">
        <p14:creationId xmlns:p14="http://schemas.microsoft.com/office/powerpoint/2010/main" val="41739010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8C8F00-4461-D1C1-24EB-ED36B8345B58}"/>
              </a:ext>
            </a:extLst>
          </p:cNvPr>
          <p:cNvSpPr/>
          <p:nvPr/>
        </p:nvSpPr>
        <p:spPr>
          <a:xfrm>
            <a:off x="15297150" y="4667250"/>
            <a:ext cx="200025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16916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9A173A-705C-ABBA-8B50-D9C10A982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F95A475-2546-9DF0-AF65-DA7E01448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EE198D0-4081-9DAB-3C09-FE4C3FD042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A67F1D-2511-4436-4E3C-FD65A6EAE0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C5F6C62-3793-2FB5-901C-0CB60B2C626B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6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0E096352-06AA-8734-60BC-91E571428A8C}"/>
              </a:ext>
            </a:extLst>
          </p:cNvPr>
          <p:cNvSpPr/>
          <p:nvPr/>
        </p:nvSpPr>
        <p:spPr>
          <a:xfrm>
            <a:off x="146304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74801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7</a:t>
            </a:r>
          </a:p>
        </p:txBody>
      </p:sp>
    </p:spTree>
    <p:extLst>
      <p:ext uri="{BB962C8B-B14F-4D97-AF65-F5344CB8AC3E}">
        <p14:creationId xmlns:p14="http://schemas.microsoft.com/office/powerpoint/2010/main" val="2083651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433E0AF-AD23-0F53-E58B-14536D9D6A7F}"/>
              </a:ext>
            </a:extLst>
          </p:cNvPr>
          <p:cNvSpPr/>
          <p:nvPr/>
        </p:nvSpPr>
        <p:spPr>
          <a:xfrm>
            <a:off x="18135600" y="4876800"/>
            <a:ext cx="20574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13101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4A2AE-C2D4-B538-8566-9C97EDB8A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7409806-C0E5-5784-2AAB-F10FEEF4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F6A2F530-6277-4E09-1F1B-603B8282B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5714CE8-3AE8-C3F4-3716-61647913CC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6B259B4E-F1B8-4408-67F6-0DA0BB384D6C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7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ED7361B-D8BD-65E4-B77A-49627FF1D2CC}"/>
              </a:ext>
            </a:extLst>
          </p:cNvPr>
          <p:cNvSpPr/>
          <p:nvPr/>
        </p:nvSpPr>
        <p:spPr>
          <a:xfrm>
            <a:off x="17526000" y="43434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827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E643BF5-ABE8-98AE-54D4-7C9D45A5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8</a:t>
            </a:r>
          </a:p>
        </p:txBody>
      </p:sp>
    </p:spTree>
    <p:extLst>
      <p:ext uri="{BB962C8B-B14F-4D97-AF65-F5344CB8AC3E}">
        <p14:creationId xmlns:p14="http://schemas.microsoft.com/office/powerpoint/2010/main" val="1511520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E643BF5-ABE8-98AE-54D4-7C9D45A5726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9934698-B33B-DA99-64E2-F65DC42CDB42}"/>
              </a:ext>
            </a:extLst>
          </p:cNvPr>
          <p:cNvSpPr/>
          <p:nvPr/>
        </p:nvSpPr>
        <p:spPr>
          <a:xfrm>
            <a:off x="7086600" y="4648200"/>
            <a:ext cx="22860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17538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752FD5-7EDA-C96C-06B3-826E6EEB57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C19E96F-8277-92DF-2A4B-61593093D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8C8FEF9-3C7F-CB3D-019E-2DF09898B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6" name="그림 5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0DD9C5D-0D11-B423-884E-4D12B36911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200" y="800100"/>
            <a:ext cx="23012400" cy="12090995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C42EFD0-17A1-EFBC-F3FB-729953164703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8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DC0D90F1-1DD4-1BA4-A7AF-F7698149B462}"/>
              </a:ext>
            </a:extLst>
          </p:cNvPr>
          <p:cNvSpPr/>
          <p:nvPr/>
        </p:nvSpPr>
        <p:spPr>
          <a:xfrm>
            <a:off x="6413500" y="4219413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01519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9</a:t>
            </a:r>
          </a:p>
        </p:txBody>
      </p:sp>
    </p:spTree>
    <p:extLst>
      <p:ext uri="{BB962C8B-B14F-4D97-AF65-F5344CB8AC3E}">
        <p14:creationId xmlns:p14="http://schemas.microsoft.com/office/powerpoint/2010/main" val="5557542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18135600" y="4724400"/>
            <a:ext cx="2133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08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57FF9-CAF9-5265-725A-E2C0ED48F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193C4E7-330A-C5D3-F535-F8C00BAB2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04006D13-6BC1-794C-C096-17655007B8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58743FA-F2D8-0B66-1572-E674BD4A418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CEB7B1B8-B560-06AA-80BE-7F3856D7D83C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9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F6BF84A2-017F-DF7E-0631-2050605921D4}"/>
              </a:ext>
            </a:extLst>
          </p:cNvPr>
          <p:cNvSpPr/>
          <p:nvPr/>
        </p:nvSpPr>
        <p:spPr>
          <a:xfrm>
            <a:off x="175260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44369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10</a:t>
            </a:r>
          </a:p>
        </p:txBody>
      </p:sp>
    </p:spTree>
    <p:extLst>
      <p:ext uri="{BB962C8B-B14F-4D97-AF65-F5344CB8AC3E}">
        <p14:creationId xmlns:p14="http://schemas.microsoft.com/office/powerpoint/2010/main" val="38937483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70244A-1559-E32B-EB91-06DDE786D37D}"/>
              </a:ext>
            </a:extLst>
          </p:cNvPr>
          <p:cNvSpPr/>
          <p:nvPr/>
        </p:nvSpPr>
        <p:spPr>
          <a:xfrm>
            <a:off x="18211800" y="4724400"/>
            <a:ext cx="19812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96880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AFE6E-08CB-4477-B23D-4A963A8DA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83D3765-B406-C3AD-1EC0-287D3032D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922278DE-940A-B4AE-8C30-BEF8A88DF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856CA79-01A0-5504-E893-F8D037BE53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B3B9D49D-6537-CF78-079F-8A8EF7430162}"/>
              </a:ext>
            </a:extLst>
          </p:cNvPr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10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FF9A44CF-7A4F-09A7-4C37-2B8073E850F6}"/>
              </a:ext>
            </a:extLst>
          </p:cNvPr>
          <p:cNvSpPr/>
          <p:nvPr/>
        </p:nvSpPr>
        <p:spPr>
          <a:xfrm>
            <a:off x="175260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002265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11</a:t>
            </a:r>
          </a:p>
        </p:txBody>
      </p:sp>
    </p:spTree>
    <p:extLst>
      <p:ext uri="{BB962C8B-B14F-4D97-AF65-F5344CB8AC3E}">
        <p14:creationId xmlns:p14="http://schemas.microsoft.com/office/powerpoint/2010/main" val="39462689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8C8F00-4461-D1C1-24EB-ED36B8345B58}"/>
              </a:ext>
            </a:extLst>
          </p:cNvPr>
          <p:cNvSpPr/>
          <p:nvPr/>
        </p:nvSpPr>
        <p:spPr>
          <a:xfrm>
            <a:off x="1600200" y="4800600"/>
            <a:ext cx="22098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28406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9C0D1-D10D-FAC6-8830-948E7A2A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7350A6F8-A693-8302-EAAA-9DA1ED69E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4F9EA009-3E55-DBFB-1314-766D3F9895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6F1630DF-5EE4-9B53-C45A-78B631D050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874AB08F-F3A5-9661-A69E-DF64EF92A3EE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11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2510C46E-375A-7519-6169-624CBA8D745E}"/>
              </a:ext>
            </a:extLst>
          </p:cNvPr>
          <p:cNvSpPr/>
          <p:nvPr/>
        </p:nvSpPr>
        <p:spPr>
          <a:xfrm>
            <a:off x="9906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5613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12</a:t>
            </a:r>
          </a:p>
        </p:txBody>
      </p:sp>
    </p:spTree>
    <p:extLst>
      <p:ext uri="{BB962C8B-B14F-4D97-AF65-F5344CB8AC3E}">
        <p14:creationId xmlns:p14="http://schemas.microsoft.com/office/powerpoint/2010/main" val="32696712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12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A71A9-309A-E133-A1CB-46E6AB9FCD4D}"/>
              </a:ext>
            </a:extLst>
          </p:cNvPr>
          <p:cNvSpPr/>
          <p:nvPr/>
        </p:nvSpPr>
        <p:spPr>
          <a:xfrm>
            <a:off x="15163800" y="4648200"/>
            <a:ext cx="23622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78500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599B6-A267-804E-BB03-8326E89EF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BBBDD4A-EC3F-839A-B179-4E3D7E7BF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D3459B9-14D0-D5EF-DC4E-4E5B0E199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A521D41-F04F-8FC3-B305-F478A56BA9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8E2C538-D91A-88E2-BA87-0A998307B7E6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12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C1DCC544-2538-DE8A-DF5B-4D3F69F13B6A}"/>
              </a:ext>
            </a:extLst>
          </p:cNvPr>
          <p:cNvSpPr/>
          <p:nvPr/>
        </p:nvSpPr>
        <p:spPr>
          <a:xfrm>
            <a:off x="146304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0508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13</a:t>
            </a:r>
          </a:p>
        </p:txBody>
      </p:sp>
    </p:spTree>
    <p:extLst>
      <p:ext uri="{BB962C8B-B14F-4D97-AF65-F5344CB8AC3E}">
        <p14:creationId xmlns:p14="http://schemas.microsoft.com/office/powerpoint/2010/main" val="32729683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55650" y="8477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13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1555750" y="4800600"/>
            <a:ext cx="225425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740250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513A-08A6-92EC-57B4-2ED556F43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A823CDA-C3EC-5CDF-8928-35E1486A2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3307459-4FED-ED6A-5325-4E2FAC0C0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DBBF511-BB5E-9FB2-74D6-EEF89C8E38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4592E4E-26D7-F5F4-B9A2-BC5575117DB3}"/>
              </a:ext>
            </a:extLst>
          </p:cNvPr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13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2C269C9-6569-D12A-BF46-05AC16175DF6}"/>
              </a:ext>
            </a:extLst>
          </p:cNvPr>
          <p:cNvSpPr/>
          <p:nvPr/>
        </p:nvSpPr>
        <p:spPr>
          <a:xfrm>
            <a:off x="9906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2650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14</a:t>
            </a:r>
          </a:p>
        </p:txBody>
      </p:sp>
    </p:spTree>
    <p:extLst>
      <p:ext uri="{BB962C8B-B14F-4D97-AF65-F5344CB8AC3E}">
        <p14:creationId xmlns:p14="http://schemas.microsoft.com/office/powerpoint/2010/main" val="42294569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14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15240000" y="4724400"/>
            <a:ext cx="2133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11953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2BD19-AFDE-19C7-5B0A-C473A41C2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909F9E-E3A2-4209-B3C2-AE75D8E63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5D93816-3D47-F3D0-D028-33C83F0E0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41C8E56A-961D-AFBD-46A6-D70C8C1ED5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0E041C4E-B6C0-CD9B-E8FD-313269D77BB7}"/>
              </a:ext>
            </a:extLst>
          </p:cNvPr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14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750E7388-1DCA-36F2-2339-B90274E3F6E9}"/>
              </a:ext>
            </a:extLst>
          </p:cNvPr>
          <p:cNvSpPr/>
          <p:nvPr/>
        </p:nvSpPr>
        <p:spPr>
          <a:xfrm>
            <a:off x="14706600" y="43434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0972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15</a:t>
            </a:r>
          </a:p>
        </p:txBody>
      </p:sp>
    </p:spTree>
    <p:extLst>
      <p:ext uri="{BB962C8B-B14F-4D97-AF65-F5344CB8AC3E}">
        <p14:creationId xmlns:p14="http://schemas.microsoft.com/office/powerpoint/2010/main" val="42563993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15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70244A-1559-E32B-EB91-06DDE786D37D}"/>
              </a:ext>
            </a:extLst>
          </p:cNvPr>
          <p:cNvSpPr/>
          <p:nvPr/>
        </p:nvSpPr>
        <p:spPr>
          <a:xfrm>
            <a:off x="9753600" y="4819650"/>
            <a:ext cx="20574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426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1DB39-95F0-67B6-2302-31314991D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C7B702C0-4B4A-12E9-C4EC-8C918B867D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5CA8E51-27A7-98A4-EA6A-196E1B1C0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FF094F6-5A20-7E54-5B19-5FCB67246F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E4A9D12A-64BB-24B0-3645-2EADEC4D06C3}"/>
              </a:ext>
            </a:extLst>
          </p:cNvPr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15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A212D25-76C7-B00E-1073-9DF035506F2C}"/>
              </a:ext>
            </a:extLst>
          </p:cNvPr>
          <p:cNvSpPr/>
          <p:nvPr/>
        </p:nvSpPr>
        <p:spPr>
          <a:xfrm>
            <a:off x="91440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447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16</a:t>
            </a:r>
          </a:p>
        </p:txBody>
      </p:sp>
    </p:spTree>
    <p:extLst>
      <p:ext uri="{BB962C8B-B14F-4D97-AF65-F5344CB8AC3E}">
        <p14:creationId xmlns:p14="http://schemas.microsoft.com/office/powerpoint/2010/main" val="15059873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16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8C8F00-4461-D1C1-24EB-ED36B8345B58}"/>
              </a:ext>
            </a:extLst>
          </p:cNvPr>
          <p:cNvSpPr/>
          <p:nvPr/>
        </p:nvSpPr>
        <p:spPr>
          <a:xfrm>
            <a:off x="12420600" y="4876800"/>
            <a:ext cx="24384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647223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9479B-F0D8-FAF2-8E58-77EC9D75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DECF739-6248-8E8D-AB41-8349F050C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93FEF36-8A1F-5508-14C0-A3719F009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CE23C48-5F9A-7788-CD85-609C21C105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8D1F50C7-8CDE-39D3-0D73-F9C5A7BEE963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16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ABFA358A-01BD-216E-973C-F1FA6BB5F3D8}"/>
              </a:ext>
            </a:extLst>
          </p:cNvPr>
          <p:cNvSpPr/>
          <p:nvPr/>
        </p:nvSpPr>
        <p:spPr>
          <a:xfrm>
            <a:off x="119634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7875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17</a:t>
            </a:r>
          </a:p>
        </p:txBody>
      </p:sp>
    </p:spTree>
    <p:extLst>
      <p:ext uri="{BB962C8B-B14F-4D97-AF65-F5344CB8AC3E}">
        <p14:creationId xmlns:p14="http://schemas.microsoft.com/office/powerpoint/2010/main" val="18016345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AFCF247-AC35-53BF-0FEF-B834F0A2F3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17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21A71A9-309A-E133-A1CB-46E6AB9FCD4D}"/>
              </a:ext>
            </a:extLst>
          </p:cNvPr>
          <p:cNvSpPr/>
          <p:nvPr/>
        </p:nvSpPr>
        <p:spPr>
          <a:xfrm>
            <a:off x="9525000" y="4724400"/>
            <a:ext cx="23622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55003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70A43-4609-54D4-0A9A-2E8680DF79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563A8250-BD68-508D-8A98-3C33D91EA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230A518D-B296-6867-2559-552E867BC2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사람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8837F59-6F20-9C48-F4A9-385F5EE21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99" y="766762"/>
            <a:ext cx="23063201" cy="12187238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3CA68DD6-85AB-9400-35BD-736583F0B2DB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17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1C2AD55-C8CA-CAF7-40DE-6B130760D69B}"/>
              </a:ext>
            </a:extLst>
          </p:cNvPr>
          <p:cNvSpPr/>
          <p:nvPr/>
        </p:nvSpPr>
        <p:spPr>
          <a:xfrm>
            <a:off x="91440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45411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55650" y="8477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18</a:t>
            </a:r>
          </a:p>
        </p:txBody>
      </p:sp>
    </p:spTree>
    <p:extLst>
      <p:ext uri="{BB962C8B-B14F-4D97-AF65-F5344CB8AC3E}">
        <p14:creationId xmlns:p14="http://schemas.microsoft.com/office/powerpoint/2010/main" val="294015619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55650" y="8477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18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7086600" y="4876800"/>
            <a:ext cx="225425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014996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1161D-3774-A55A-21AF-19785CE0A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89D947CF-7ED7-922A-822D-BDBB8840A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614950F1-390D-676A-1F9F-0E7F5505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1D54113-162B-EB52-609C-3E503ABC9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94627843-69E8-4B4E-3B63-BA3CBFCF0294}"/>
              </a:ext>
            </a:extLst>
          </p:cNvPr>
          <p:cNvSpPr txBox="1"/>
          <p:nvPr/>
        </p:nvSpPr>
        <p:spPr>
          <a:xfrm>
            <a:off x="755650" y="8477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18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53D0FF86-C5F2-F66C-8246-6886D8634307}"/>
              </a:ext>
            </a:extLst>
          </p:cNvPr>
          <p:cNvSpPr/>
          <p:nvPr/>
        </p:nvSpPr>
        <p:spPr>
          <a:xfrm>
            <a:off x="6477000" y="43434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70503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19</a:t>
            </a:r>
          </a:p>
        </p:txBody>
      </p:sp>
    </p:spTree>
    <p:extLst>
      <p:ext uri="{BB962C8B-B14F-4D97-AF65-F5344CB8AC3E}">
        <p14:creationId xmlns:p14="http://schemas.microsoft.com/office/powerpoint/2010/main" val="31238608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7D5AD6A-131E-0E80-FE20-44FA9B941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19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59F620C-9020-675D-9880-02307F01F113}"/>
              </a:ext>
            </a:extLst>
          </p:cNvPr>
          <p:cNvSpPr/>
          <p:nvPr/>
        </p:nvSpPr>
        <p:spPr>
          <a:xfrm>
            <a:off x="18116550" y="4914900"/>
            <a:ext cx="222885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2054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77289-0D8C-2D63-6635-92CC5E83B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3F44B5D-0723-A82D-8F33-E5AA8FC8D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70378CCB-DB90-7646-DE9F-4C469C6C9A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5" name="그림 4" descr="의류, 소년, 소녀, 만화 영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00EC706-B46E-2888-D20E-38C163D601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00" y="828675"/>
            <a:ext cx="23025100" cy="12056331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71765C3F-3965-268D-35E1-7329CA7E653F}"/>
              </a:ext>
            </a:extLst>
          </p:cNvPr>
          <p:cNvSpPr txBox="1"/>
          <p:nvPr/>
        </p:nvSpPr>
        <p:spPr>
          <a:xfrm>
            <a:off x="717550" y="88582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19</a:t>
            </a: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E8CF2341-141F-F7D8-225E-029A59C110B1}"/>
              </a:ext>
            </a:extLst>
          </p:cNvPr>
          <p:cNvSpPr/>
          <p:nvPr/>
        </p:nvSpPr>
        <p:spPr>
          <a:xfrm>
            <a:off x="175260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923903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20</a:t>
            </a:r>
          </a:p>
        </p:txBody>
      </p:sp>
    </p:spTree>
    <p:extLst>
      <p:ext uri="{BB962C8B-B14F-4D97-AF65-F5344CB8AC3E}">
        <p14:creationId xmlns:p14="http://schemas.microsoft.com/office/powerpoint/2010/main" val="26475078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32A9C5A6-184C-8807-A104-5B361CD15B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20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870244A-1559-E32B-EB91-06DDE786D37D}"/>
              </a:ext>
            </a:extLst>
          </p:cNvPr>
          <p:cNvSpPr/>
          <p:nvPr/>
        </p:nvSpPr>
        <p:spPr>
          <a:xfrm>
            <a:off x="12420600" y="4724400"/>
            <a:ext cx="25146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40800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4DF47-74E9-B402-D5EF-058AEE122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2FBE887-6FD8-96C7-F2D3-08025F264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B9A6B4D1-E16C-07B5-7656-FF6F93F698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8" name="그림 7" descr="의류, 소년, 사람, 아니메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F886AD7-812C-19B7-2001-148C1F8ACD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550" y="820737"/>
            <a:ext cx="23006050" cy="12133263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2AC28575-57B7-CE2A-85FC-6CDAAEB0E1B3}"/>
              </a:ext>
            </a:extLst>
          </p:cNvPr>
          <p:cNvSpPr txBox="1"/>
          <p:nvPr/>
        </p:nvSpPr>
        <p:spPr>
          <a:xfrm>
            <a:off x="914400" y="990600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20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6B53830F-F823-FE9F-9387-F87535E3EBA6}"/>
              </a:ext>
            </a:extLst>
          </p:cNvPr>
          <p:cNvSpPr/>
          <p:nvPr/>
        </p:nvSpPr>
        <p:spPr>
          <a:xfrm>
            <a:off x="11963400" y="44196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51166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21</a:t>
            </a:r>
          </a:p>
        </p:txBody>
      </p:sp>
    </p:spTree>
    <p:extLst>
      <p:ext uri="{BB962C8B-B14F-4D97-AF65-F5344CB8AC3E}">
        <p14:creationId xmlns:p14="http://schemas.microsoft.com/office/powerpoint/2010/main" val="778513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75C0685-D398-1A9B-EA44-73D809F418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21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38C8F00-4461-D1C1-24EB-ED36B8345B58}"/>
              </a:ext>
            </a:extLst>
          </p:cNvPr>
          <p:cNvSpPr/>
          <p:nvPr/>
        </p:nvSpPr>
        <p:spPr>
          <a:xfrm>
            <a:off x="17983200" y="4800600"/>
            <a:ext cx="2438400" cy="7239000"/>
          </a:xfrm>
          <a:prstGeom prst="rect">
            <a:avLst/>
          </a:prstGeom>
          <a:solidFill>
            <a:srgbClr val="FBF7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41328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164DA-DB49-4E63-B188-CE0326FA6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A0752D58-8993-D663-7567-30683BC58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24409400" cy="137414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D5B5E7F9-C3EF-1435-1E1A-A4951F964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762000"/>
            <a:ext cx="23075900" cy="12204700"/>
          </a:xfrm>
          <a:prstGeom prst="rect">
            <a:avLst/>
          </a:prstGeom>
          <a:effectLst>
            <a:outerShdw dist="281647" dir="5400000">
              <a:srgbClr val="272727">
                <a:alpha val="15000"/>
              </a:srgbClr>
            </a:outerShdw>
          </a:effectLst>
        </p:spPr>
      </p:pic>
      <p:pic>
        <p:nvPicPr>
          <p:cNvPr id="37" name="그림 36" descr="의류, 소년, 사람, 일러스트레이션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70E4A6F-2001-F89B-B592-20940B933E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" y="817686"/>
            <a:ext cx="23063200" cy="12118727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57858DBA-4F7F-4B32-D24A-4500253DCFB1}"/>
              </a:ext>
            </a:extLst>
          </p:cNvPr>
          <p:cNvSpPr txBox="1"/>
          <p:nvPr/>
        </p:nvSpPr>
        <p:spPr>
          <a:xfrm>
            <a:off x="546100" y="942975"/>
            <a:ext cx="5867400" cy="1447800"/>
          </a:xfrm>
          <a:prstGeom prst="rect">
            <a:avLst/>
          </a:prstGeom>
        </p:spPr>
        <p:txBody>
          <a:bodyPr lIns="0" tIns="101600" rIns="0" bIns="0" rtlCol="0" anchor="t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cap="all" spc="-400" dirty="0">
                <a:solidFill>
                  <a:srgbClr val="272727"/>
                </a:solidFill>
                <a:latin typeface="SB AggroOTF Bold"/>
                <a:ea typeface="SB AggroOTF Bold"/>
                <a:cs typeface="SB AggroOTF Bold"/>
              </a:rPr>
              <a:t>ROUND 21</a:t>
            </a:r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16DE6BBB-DA0B-7ED9-3394-487CDCC46D09}"/>
              </a:ext>
            </a:extLst>
          </p:cNvPr>
          <p:cNvSpPr/>
          <p:nvPr/>
        </p:nvSpPr>
        <p:spPr>
          <a:xfrm>
            <a:off x="17526000" y="4495800"/>
            <a:ext cx="3352800" cy="7696200"/>
          </a:xfrm>
          <a:prstGeom prst="ellipse">
            <a:avLst/>
          </a:prstGeom>
          <a:noFill/>
          <a:ln w="1270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05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204</Words>
  <Application>Microsoft Office PowerPoint</Application>
  <PresentationFormat>사용자 지정</PresentationFormat>
  <Paragraphs>80</Paragraphs>
  <Slides>67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67</vt:i4>
      </vt:variant>
    </vt:vector>
  </HeadingPairs>
  <TitlesOfParts>
    <vt:vector size="73" baseType="lpstr">
      <vt:lpstr>SB AggroOTF Bold</vt:lpstr>
      <vt:lpstr>Hakgyoansim Allimjang TTF B</vt:lpstr>
      <vt:lpstr>Calibri</vt:lpstr>
      <vt:lpstr>Hakgyoansim Allimjang TTF R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Byoung Woo Park</cp:lastModifiedBy>
  <cp:revision>4</cp:revision>
  <dcterms:created xsi:type="dcterms:W3CDTF">2006-08-16T00:00:00Z</dcterms:created>
  <dcterms:modified xsi:type="dcterms:W3CDTF">2026-09-02T12:34:13Z</dcterms:modified>
</cp:coreProperties>
</file>